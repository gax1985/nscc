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  <p:sldMasterId id="2147483696" r:id="rId2"/>
  </p:sldMasterIdLst>
  <p:sldIdLst>
    <p:sldId id="657" r:id="rId3"/>
    <p:sldId id="658" r:id="rId4"/>
    <p:sldId id="659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DA3DF2-92A4-E49A-A3C6-603C8E370079}" v="63" dt="2024-03-04T17:48:54.3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69" autoAdjust="0"/>
    <p:restoredTop sz="94660"/>
  </p:normalViewPr>
  <p:slideViewPr>
    <p:cSldViewPr snapToGrid="0">
      <p:cViewPr varScale="1">
        <p:scale>
          <a:sx n="77" d="100"/>
          <a:sy n="77" d="100"/>
        </p:scale>
        <p:origin x="6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3.xml"/><Relationship Id="rId10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cDonald,John" userId="S::w0503761@campus.nscc.ca::f0bcbf9e-fdb1-4876-a053-4be512d539a8" providerId="AD" clId="Web-{A00095FC-341A-C45E-5666-8CAB05A4ED9B}"/>
    <pc:docChg chg="modSld">
      <pc:chgData name="MacDonald,John" userId="S::w0503761@campus.nscc.ca::f0bcbf9e-fdb1-4876-a053-4be512d539a8" providerId="AD" clId="Web-{A00095FC-341A-C45E-5666-8CAB05A4ED9B}" dt="2024-03-04T17:35:56.916" v="1" actId="20577"/>
      <pc:docMkLst>
        <pc:docMk/>
      </pc:docMkLst>
      <pc:sldChg chg="modSp">
        <pc:chgData name="MacDonald,John" userId="S::w0503761@campus.nscc.ca::f0bcbf9e-fdb1-4876-a053-4be512d539a8" providerId="AD" clId="Web-{A00095FC-341A-C45E-5666-8CAB05A4ED9B}" dt="2024-03-04T17:35:56.916" v="1" actId="20577"/>
        <pc:sldMkLst>
          <pc:docMk/>
          <pc:sldMk cId="757841103" sldId="375"/>
        </pc:sldMkLst>
        <pc:graphicFrameChg chg="modGraphic">
          <ac:chgData name="MacDonald,John" userId="S::w0503761@campus.nscc.ca::f0bcbf9e-fdb1-4876-a053-4be512d539a8" providerId="AD" clId="Web-{A00095FC-341A-C45E-5666-8CAB05A4ED9B}" dt="2024-03-04T17:35:56.916" v="1" actId="20577"/>
          <ac:graphicFrameMkLst>
            <pc:docMk/>
            <pc:sldMk cId="757841103" sldId="375"/>
            <ac:graphicFrameMk id="6" creationId="{F3FF813E-D228-4721-AEC9-F639349DC674}"/>
          </ac:graphicFrameMkLst>
        </pc:graphicFrameChg>
      </pc:sldChg>
    </pc:docChg>
  </pc:docChgLst>
  <pc:docChgLst>
    <pc:chgData name="MacDonald,John" userId="f0bcbf9e-fdb1-4876-a053-4be512d539a8" providerId="ADAL" clId="{FC3DEE49-D0B3-47A5-B8D8-37D0697C5A6F}"/>
    <pc:docChg chg="undo custSel addSld delSld modSld delMainMaster modMainMaster">
      <pc:chgData name="MacDonald,John" userId="f0bcbf9e-fdb1-4876-a053-4be512d539a8" providerId="ADAL" clId="{FC3DEE49-D0B3-47A5-B8D8-37D0697C5A6F}" dt="2024-03-04T17:59:31.494" v="27" actId="27636"/>
      <pc:docMkLst>
        <pc:docMk/>
      </pc:docMkLst>
      <pc:sldChg chg="modSp del">
        <pc:chgData name="MacDonald,John" userId="f0bcbf9e-fdb1-4876-a053-4be512d539a8" providerId="ADAL" clId="{FC3DEE49-D0B3-47A5-B8D8-37D0697C5A6F}" dt="2024-03-01T14:15:16.823" v="11" actId="47"/>
        <pc:sldMkLst>
          <pc:docMk/>
          <pc:sldMk cId="3055568464" sldId="256"/>
        </pc:sldMkLst>
        <pc:spChg chg="mod">
          <ac:chgData name="MacDonald,John" userId="f0bcbf9e-fdb1-4876-a053-4be512d539a8" providerId="ADAL" clId="{FC3DEE49-D0B3-47A5-B8D8-37D0697C5A6F}" dt="2024-03-01T14:15:05.446" v="8"/>
          <ac:spMkLst>
            <pc:docMk/>
            <pc:sldMk cId="3055568464" sldId="256"/>
            <ac:spMk id="2" creationId="{0B3D0096-F5D4-8991-B524-E4A3DBF0E5EB}"/>
          </ac:spMkLst>
        </pc:spChg>
        <pc:spChg chg="mod">
          <ac:chgData name="MacDonald,John" userId="f0bcbf9e-fdb1-4876-a053-4be512d539a8" providerId="ADAL" clId="{FC3DEE49-D0B3-47A5-B8D8-37D0697C5A6F}" dt="2024-03-01T14:15:05.446" v="8"/>
          <ac:spMkLst>
            <pc:docMk/>
            <pc:sldMk cId="3055568464" sldId="256"/>
            <ac:spMk id="3" creationId="{44A87D2A-650D-A84F-DD39-BEC1241C127D}"/>
          </ac:spMkLst>
        </pc:spChg>
      </pc:sldChg>
      <pc:sldChg chg="delSp modSp add del mod setBg delDesignElem">
        <pc:chgData name="MacDonald,John" userId="f0bcbf9e-fdb1-4876-a053-4be512d539a8" providerId="ADAL" clId="{FC3DEE49-D0B3-47A5-B8D8-37D0697C5A6F}" dt="2024-03-01T14:15:18.895" v="12"/>
        <pc:sldMkLst>
          <pc:docMk/>
          <pc:sldMk cId="757841103" sldId="375"/>
        </pc:sldMkLst>
        <pc:spChg chg="mod">
          <ac:chgData name="MacDonald,John" userId="f0bcbf9e-fdb1-4876-a053-4be512d539a8" providerId="ADAL" clId="{FC3DEE49-D0B3-47A5-B8D8-37D0697C5A6F}" dt="2024-03-01T14:15:05.584" v="9" actId="27636"/>
          <ac:spMkLst>
            <pc:docMk/>
            <pc:sldMk cId="757841103" sldId="375"/>
            <ac:spMk id="2" creationId="{E3FA4430-85A6-194E-A2D9-A7388469515B}"/>
          </ac:spMkLst>
        </pc:spChg>
        <pc:spChg chg="mod">
          <ac:chgData name="MacDonald,John" userId="f0bcbf9e-fdb1-4876-a053-4be512d539a8" providerId="ADAL" clId="{FC3DEE49-D0B3-47A5-B8D8-37D0697C5A6F}" dt="2024-03-01T14:15:05.446" v="8"/>
          <ac:spMkLst>
            <pc:docMk/>
            <pc:sldMk cId="757841103" sldId="375"/>
            <ac:spMk id="4" creationId="{7797D366-F2F0-4249-8A19-6376FDF7A314}"/>
          </ac:spMkLst>
        </pc:spChg>
        <pc:spChg chg="del">
          <ac:chgData name="MacDonald,John" userId="f0bcbf9e-fdb1-4876-a053-4be512d539a8" providerId="ADAL" clId="{FC3DEE49-D0B3-47A5-B8D8-37D0697C5A6F}" dt="2024-03-01T14:10:05.244" v="2"/>
          <ac:spMkLst>
            <pc:docMk/>
            <pc:sldMk cId="757841103" sldId="375"/>
            <ac:spMk id="12" creationId="{9228552E-C8B1-4A80-8448-0787CE0FC704}"/>
          </ac:spMkLst>
        </pc:spChg>
        <pc:graphicFrameChg chg="mod">
          <ac:chgData name="MacDonald,John" userId="f0bcbf9e-fdb1-4876-a053-4be512d539a8" providerId="ADAL" clId="{FC3DEE49-D0B3-47A5-B8D8-37D0697C5A6F}" dt="2024-03-01T14:15:05.446" v="8"/>
          <ac:graphicFrameMkLst>
            <pc:docMk/>
            <pc:sldMk cId="757841103" sldId="375"/>
            <ac:graphicFrameMk id="6" creationId="{F3FF813E-D228-4721-AEC9-F639349DC674}"/>
          </ac:graphicFrameMkLst>
        </pc:graphicFrameChg>
        <pc:picChg chg="mod">
          <ac:chgData name="MacDonald,John" userId="f0bcbf9e-fdb1-4876-a053-4be512d539a8" providerId="ADAL" clId="{FC3DEE49-D0B3-47A5-B8D8-37D0697C5A6F}" dt="2024-03-01T14:15:05.446" v="8"/>
          <ac:picMkLst>
            <pc:docMk/>
            <pc:sldMk cId="757841103" sldId="375"/>
            <ac:picMk id="8" creationId="{175EE96D-E13A-4108-BCC1-A8CB05A636EB}"/>
          </ac:picMkLst>
        </pc:picChg>
      </pc:sldChg>
      <pc:sldChg chg="addSp delSp add del setBg delDesignElem">
        <pc:chgData name="MacDonald,John" userId="f0bcbf9e-fdb1-4876-a053-4be512d539a8" providerId="ADAL" clId="{FC3DEE49-D0B3-47A5-B8D8-37D0697C5A6F}" dt="2024-03-01T14:15:50.630" v="19"/>
        <pc:sldMkLst>
          <pc:docMk/>
          <pc:sldMk cId="2002099905" sldId="376"/>
        </pc:sldMkLst>
        <pc:spChg chg="add del">
          <ac:chgData name="MacDonald,John" userId="f0bcbf9e-fdb1-4876-a053-4be512d539a8" providerId="ADAL" clId="{FC3DEE49-D0B3-47A5-B8D8-37D0697C5A6F}" dt="2024-03-01T14:15:50.630" v="19"/>
          <ac:spMkLst>
            <pc:docMk/>
            <pc:sldMk cId="2002099905" sldId="376"/>
            <ac:spMk id="12" creationId="{9228552E-C8B1-4A80-8448-0787CE0FC704}"/>
          </ac:spMkLst>
        </pc:spChg>
      </pc:sldChg>
      <pc:sldChg chg="addSp del delDesignElem">
        <pc:chgData name="MacDonald,John" userId="f0bcbf9e-fdb1-4876-a053-4be512d539a8" providerId="ADAL" clId="{FC3DEE49-D0B3-47A5-B8D8-37D0697C5A6F}" dt="2024-03-01T14:15:41.807" v="15"/>
        <pc:sldMkLst>
          <pc:docMk/>
          <pc:sldMk cId="3652905128" sldId="376"/>
        </pc:sldMkLst>
        <pc:spChg chg="add">
          <ac:chgData name="MacDonald,John" userId="f0bcbf9e-fdb1-4876-a053-4be512d539a8" providerId="ADAL" clId="{FC3DEE49-D0B3-47A5-B8D8-37D0697C5A6F}" dt="2024-03-01T14:15:41.807" v="15"/>
          <ac:spMkLst>
            <pc:docMk/>
            <pc:sldMk cId="3652905128" sldId="376"/>
            <ac:spMk id="12" creationId="{9228552E-C8B1-4A80-8448-0787CE0FC704}"/>
          </ac:spMkLst>
        </pc:spChg>
      </pc:sldChg>
      <pc:sldChg chg="addSp delSp modSp add del mod setBg delDesignElem">
        <pc:chgData name="MacDonald,John" userId="f0bcbf9e-fdb1-4876-a053-4be512d539a8" providerId="ADAL" clId="{FC3DEE49-D0B3-47A5-B8D8-37D0697C5A6F}" dt="2024-03-01T14:15:50.630" v="19"/>
        <pc:sldMkLst>
          <pc:docMk/>
          <pc:sldMk cId="458446861" sldId="656"/>
        </pc:sldMkLst>
        <pc:spChg chg="mod">
          <ac:chgData name="MacDonald,John" userId="f0bcbf9e-fdb1-4876-a053-4be512d539a8" providerId="ADAL" clId="{FC3DEE49-D0B3-47A5-B8D8-37D0697C5A6F}" dt="2024-03-01T14:15:05.446" v="8"/>
          <ac:spMkLst>
            <pc:docMk/>
            <pc:sldMk cId="458446861" sldId="656"/>
            <ac:spMk id="2" creationId="{3B32C6FA-6A6D-489A-A296-506470209243}"/>
          </ac:spMkLst>
        </pc:spChg>
        <pc:spChg chg="mod">
          <ac:chgData name="MacDonald,John" userId="f0bcbf9e-fdb1-4876-a053-4be512d539a8" providerId="ADAL" clId="{FC3DEE49-D0B3-47A5-B8D8-37D0697C5A6F}" dt="2024-03-01T14:15:05.600" v="10" actId="27636"/>
          <ac:spMkLst>
            <pc:docMk/>
            <pc:sldMk cId="458446861" sldId="656"/>
            <ac:spMk id="4" creationId="{6110FF78-9A9D-4332-9509-68EB38A9558A}"/>
          </ac:spMkLst>
        </pc:spChg>
        <pc:spChg chg="mod">
          <ac:chgData name="MacDonald,John" userId="f0bcbf9e-fdb1-4876-a053-4be512d539a8" providerId="ADAL" clId="{FC3DEE49-D0B3-47A5-B8D8-37D0697C5A6F}" dt="2024-03-01T14:15:05.446" v="8"/>
          <ac:spMkLst>
            <pc:docMk/>
            <pc:sldMk cId="458446861" sldId="656"/>
            <ac:spMk id="7" creationId="{4965EEAC-8338-4F8D-A438-893E914F4C3E}"/>
          </ac:spMkLst>
        </pc:spChg>
        <pc:spChg chg="add del">
          <ac:chgData name="MacDonald,John" userId="f0bcbf9e-fdb1-4876-a053-4be512d539a8" providerId="ADAL" clId="{FC3DEE49-D0B3-47A5-B8D8-37D0697C5A6F}" dt="2024-03-01T14:15:50.630" v="19"/>
          <ac:spMkLst>
            <pc:docMk/>
            <pc:sldMk cId="458446861" sldId="656"/>
            <ac:spMk id="12" creationId="{46D6306C-ED4F-4AAE-B4A5-EEA6AFAD726E}"/>
          </ac:spMkLst>
        </pc:spChg>
        <pc:spChg chg="add del">
          <ac:chgData name="MacDonald,John" userId="f0bcbf9e-fdb1-4876-a053-4be512d539a8" providerId="ADAL" clId="{FC3DEE49-D0B3-47A5-B8D8-37D0697C5A6F}" dt="2024-03-01T14:15:50.630" v="19"/>
          <ac:spMkLst>
            <pc:docMk/>
            <pc:sldMk cId="458446861" sldId="656"/>
            <ac:spMk id="14" creationId="{0EC5361D-F897-4856-B945-0455A365EB24}"/>
          </ac:spMkLst>
        </pc:spChg>
        <pc:spChg chg="add del">
          <ac:chgData name="MacDonald,John" userId="f0bcbf9e-fdb1-4876-a053-4be512d539a8" providerId="ADAL" clId="{FC3DEE49-D0B3-47A5-B8D8-37D0697C5A6F}" dt="2024-03-01T14:15:50.630" v="19"/>
          <ac:spMkLst>
            <pc:docMk/>
            <pc:sldMk cId="458446861" sldId="656"/>
            <ac:spMk id="16" creationId="{4508C0C5-2268-42B5-B3C8-4D0899E05F8C}"/>
          </ac:spMkLst>
        </pc:spChg>
        <pc:spChg chg="add del">
          <ac:chgData name="MacDonald,John" userId="f0bcbf9e-fdb1-4876-a053-4be512d539a8" providerId="ADAL" clId="{FC3DEE49-D0B3-47A5-B8D8-37D0697C5A6F}" dt="2024-03-01T14:15:50.630" v="19"/>
          <ac:spMkLst>
            <pc:docMk/>
            <pc:sldMk cId="458446861" sldId="656"/>
            <ac:spMk id="18" creationId="{141ACBDB-38F8-4B34-8183-BD95B4E55A62}"/>
          </ac:spMkLst>
        </pc:spChg>
        <pc:spChg chg="add del">
          <ac:chgData name="MacDonald,John" userId="f0bcbf9e-fdb1-4876-a053-4be512d539a8" providerId="ADAL" clId="{FC3DEE49-D0B3-47A5-B8D8-37D0697C5A6F}" dt="2024-03-01T14:15:50.630" v="19"/>
          <ac:spMkLst>
            <pc:docMk/>
            <pc:sldMk cId="458446861" sldId="656"/>
            <ac:spMk id="20" creationId="{DE00DB52-3455-4E2F-867B-A6D0516E175B}"/>
          </ac:spMkLst>
        </pc:spChg>
        <pc:spChg chg="add del">
          <ac:chgData name="MacDonald,John" userId="f0bcbf9e-fdb1-4876-a053-4be512d539a8" providerId="ADAL" clId="{FC3DEE49-D0B3-47A5-B8D8-37D0697C5A6F}" dt="2024-03-01T14:15:50.630" v="19"/>
          <ac:spMkLst>
            <pc:docMk/>
            <pc:sldMk cId="458446861" sldId="656"/>
            <ac:spMk id="22" creationId="{9E914C83-E0D8-4953-92D5-169D28CB43AE}"/>
          </ac:spMkLst>
        </pc:spChg>
        <pc:spChg chg="add del">
          <ac:chgData name="MacDonald,John" userId="f0bcbf9e-fdb1-4876-a053-4be512d539a8" providerId="ADAL" clId="{FC3DEE49-D0B3-47A5-B8D8-37D0697C5A6F}" dt="2024-03-01T14:15:50.630" v="19"/>
          <ac:spMkLst>
            <pc:docMk/>
            <pc:sldMk cId="458446861" sldId="656"/>
            <ac:spMk id="24" creationId="{3512E083-F550-46AF-8490-767ECFD00CB7}"/>
          </ac:spMkLst>
        </pc:spChg>
      </pc:sldChg>
      <pc:sldChg chg="modSp del">
        <pc:chgData name="MacDonald,John" userId="f0bcbf9e-fdb1-4876-a053-4be512d539a8" providerId="ADAL" clId="{FC3DEE49-D0B3-47A5-B8D8-37D0697C5A6F}" dt="2024-03-01T14:15:16.823" v="11" actId="47"/>
        <pc:sldMkLst>
          <pc:docMk/>
          <pc:sldMk cId="3197971569" sldId="657"/>
        </pc:sldMkLst>
        <pc:spChg chg="mod">
          <ac:chgData name="MacDonald,John" userId="f0bcbf9e-fdb1-4876-a053-4be512d539a8" providerId="ADAL" clId="{FC3DEE49-D0B3-47A5-B8D8-37D0697C5A6F}" dt="2024-03-01T14:15:05.446" v="8"/>
          <ac:spMkLst>
            <pc:docMk/>
            <pc:sldMk cId="3197971569" sldId="657"/>
            <ac:spMk id="2" creationId="{E3FA4430-85A6-194E-A2D9-A7388469515B}"/>
          </ac:spMkLst>
        </pc:spChg>
        <pc:spChg chg="mod">
          <ac:chgData name="MacDonald,John" userId="f0bcbf9e-fdb1-4876-a053-4be512d539a8" providerId="ADAL" clId="{FC3DEE49-D0B3-47A5-B8D8-37D0697C5A6F}" dt="2024-03-01T14:15:05.446" v="8"/>
          <ac:spMkLst>
            <pc:docMk/>
            <pc:sldMk cId="3197971569" sldId="657"/>
            <ac:spMk id="4" creationId="{7797D366-F2F0-4249-8A19-6376FDF7A314}"/>
          </ac:spMkLst>
        </pc:spChg>
        <pc:graphicFrameChg chg="mod">
          <ac:chgData name="MacDonald,John" userId="f0bcbf9e-fdb1-4876-a053-4be512d539a8" providerId="ADAL" clId="{FC3DEE49-D0B3-47A5-B8D8-37D0697C5A6F}" dt="2024-03-01T14:15:05.446" v="8"/>
          <ac:graphicFrameMkLst>
            <pc:docMk/>
            <pc:sldMk cId="3197971569" sldId="657"/>
            <ac:graphicFrameMk id="6" creationId="{F3FF813E-D228-4721-AEC9-F639349DC674}"/>
          </ac:graphicFrameMkLst>
        </pc:graphicFrameChg>
      </pc:sldChg>
      <pc:sldChg chg="modSp mod">
        <pc:chgData name="MacDonald,John" userId="f0bcbf9e-fdb1-4876-a053-4be512d539a8" providerId="ADAL" clId="{FC3DEE49-D0B3-47A5-B8D8-37D0697C5A6F}" dt="2024-03-04T17:59:31.494" v="27" actId="27636"/>
        <pc:sldMkLst>
          <pc:docMk/>
          <pc:sldMk cId="2633608771" sldId="658"/>
        </pc:sldMkLst>
        <pc:spChg chg="mod">
          <ac:chgData name="MacDonald,John" userId="f0bcbf9e-fdb1-4876-a053-4be512d539a8" providerId="ADAL" clId="{FC3DEE49-D0B3-47A5-B8D8-37D0697C5A6F}" dt="2024-03-04T17:59:31.494" v="27" actId="27636"/>
          <ac:spMkLst>
            <pc:docMk/>
            <pc:sldMk cId="2633608771" sldId="658"/>
            <ac:spMk id="3" creationId="{9452BF87-37BC-02DC-0856-B4F13FE1E90E}"/>
          </ac:spMkLst>
        </pc:spChg>
      </pc:sldChg>
      <pc:sldMasterChg chg="modSp modSldLayout">
        <pc:chgData name="MacDonald,John" userId="f0bcbf9e-fdb1-4876-a053-4be512d539a8" providerId="ADAL" clId="{FC3DEE49-D0B3-47A5-B8D8-37D0697C5A6F}" dt="2024-03-01T14:15:05.446" v="8"/>
        <pc:sldMasterMkLst>
          <pc:docMk/>
          <pc:sldMasterMk cId="1246521122" sldId="2147483648"/>
        </pc:sldMasterMkLst>
        <pc:spChg chg="mod">
          <ac:chgData name="MacDonald,John" userId="f0bcbf9e-fdb1-4876-a053-4be512d539a8" providerId="ADAL" clId="{FC3DEE49-D0B3-47A5-B8D8-37D0697C5A6F}" dt="2024-03-01T14:15:05.446" v="8"/>
          <ac:spMkLst>
            <pc:docMk/>
            <pc:sldMasterMk cId="1246521122" sldId="2147483648"/>
            <ac:spMk id="2" creationId="{07CB54EA-F7FC-99F0-FC16-7EE8DEDD5977}"/>
          </ac:spMkLst>
        </pc:spChg>
        <pc:spChg chg="mod">
          <ac:chgData name="MacDonald,John" userId="f0bcbf9e-fdb1-4876-a053-4be512d539a8" providerId="ADAL" clId="{FC3DEE49-D0B3-47A5-B8D8-37D0697C5A6F}" dt="2024-03-01T14:15:05.446" v="8"/>
          <ac:spMkLst>
            <pc:docMk/>
            <pc:sldMasterMk cId="1246521122" sldId="2147483648"/>
            <ac:spMk id="3" creationId="{47E10956-E9BB-671E-61CE-F90738E695D1}"/>
          </ac:spMkLst>
        </pc:spChg>
        <pc:spChg chg="mod">
          <ac:chgData name="MacDonald,John" userId="f0bcbf9e-fdb1-4876-a053-4be512d539a8" providerId="ADAL" clId="{FC3DEE49-D0B3-47A5-B8D8-37D0697C5A6F}" dt="2024-03-01T14:15:05.446" v="8"/>
          <ac:spMkLst>
            <pc:docMk/>
            <pc:sldMasterMk cId="1246521122" sldId="2147483648"/>
            <ac:spMk id="4" creationId="{69F64E1E-8E4C-C487-8AB2-EB7CD03EE5A1}"/>
          </ac:spMkLst>
        </pc:spChg>
        <pc:spChg chg="mod">
          <ac:chgData name="MacDonald,John" userId="f0bcbf9e-fdb1-4876-a053-4be512d539a8" providerId="ADAL" clId="{FC3DEE49-D0B3-47A5-B8D8-37D0697C5A6F}" dt="2024-03-01T14:15:05.446" v="8"/>
          <ac:spMkLst>
            <pc:docMk/>
            <pc:sldMasterMk cId="1246521122" sldId="2147483648"/>
            <ac:spMk id="5" creationId="{A8C09099-CBB9-9BF8-7CAD-34A149BA1505}"/>
          </ac:spMkLst>
        </pc:spChg>
        <pc:spChg chg="mod">
          <ac:chgData name="MacDonald,John" userId="f0bcbf9e-fdb1-4876-a053-4be512d539a8" providerId="ADAL" clId="{FC3DEE49-D0B3-47A5-B8D8-37D0697C5A6F}" dt="2024-03-01T14:15:05.446" v="8"/>
          <ac:spMkLst>
            <pc:docMk/>
            <pc:sldMasterMk cId="1246521122" sldId="2147483648"/>
            <ac:spMk id="6" creationId="{5A42ADE6-ABD6-A742-C377-BDDE9855F03A}"/>
          </ac:spMkLst>
        </pc:spChg>
        <pc:sldLayoutChg chg="modSp">
          <pc:chgData name="MacDonald,John" userId="f0bcbf9e-fdb1-4876-a053-4be512d539a8" providerId="ADAL" clId="{FC3DEE49-D0B3-47A5-B8D8-37D0697C5A6F}" dt="2024-03-01T14:15:05.446" v="8"/>
          <pc:sldLayoutMkLst>
            <pc:docMk/>
            <pc:sldMasterMk cId="1246521122" sldId="2147483648"/>
            <pc:sldLayoutMk cId="3634099100" sldId="2147483649"/>
          </pc:sldLayoutMkLst>
          <pc:spChg chg="mod">
            <ac:chgData name="MacDonald,John" userId="f0bcbf9e-fdb1-4876-a053-4be512d539a8" providerId="ADAL" clId="{FC3DEE49-D0B3-47A5-B8D8-37D0697C5A6F}" dt="2024-03-01T14:15:05.446" v="8"/>
            <ac:spMkLst>
              <pc:docMk/>
              <pc:sldMasterMk cId="1246521122" sldId="2147483648"/>
              <pc:sldLayoutMk cId="3634099100" sldId="2147483649"/>
              <ac:spMk id="2" creationId="{C0388937-84BA-13BA-0285-A513AF580EF0}"/>
            </ac:spMkLst>
          </pc:spChg>
          <pc:spChg chg="mod">
            <ac:chgData name="MacDonald,John" userId="f0bcbf9e-fdb1-4876-a053-4be512d539a8" providerId="ADAL" clId="{FC3DEE49-D0B3-47A5-B8D8-37D0697C5A6F}" dt="2024-03-01T14:15:05.446" v="8"/>
            <ac:spMkLst>
              <pc:docMk/>
              <pc:sldMasterMk cId="1246521122" sldId="2147483648"/>
              <pc:sldLayoutMk cId="3634099100" sldId="2147483649"/>
              <ac:spMk id="3" creationId="{02F6DA8A-343E-7061-61ED-5588331053AE}"/>
            </ac:spMkLst>
          </pc:spChg>
        </pc:sldLayoutChg>
        <pc:sldLayoutChg chg="modSp">
          <pc:chgData name="MacDonald,John" userId="f0bcbf9e-fdb1-4876-a053-4be512d539a8" providerId="ADAL" clId="{FC3DEE49-D0B3-47A5-B8D8-37D0697C5A6F}" dt="2024-03-01T14:15:05.446" v="8"/>
          <pc:sldLayoutMkLst>
            <pc:docMk/>
            <pc:sldMasterMk cId="1246521122" sldId="2147483648"/>
            <pc:sldLayoutMk cId="236729284" sldId="2147483651"/>
          </pc:sldLayoutMkLst>
          <pc:spChg chg="mod">
            <ac:chgData name="MacDonald,John" userId="f0bcbf9e-fdb1-4876-a053-4be512d539a8" providerId="ADAL" clId="{FC3DEE49-D0B3-47A5-B8D8-37D0697C5A6F}" dt="2024-03-01T14:15:05.446" v="8"/>
            <ac:spMkLst>
              <pc:docMk/>
              <pc:sldMasterMk cId="1246521122" sldId="2147483648"/>
              <pc:sldLayoutMk cId="236729284" sldId="2147483651"/>
              <ac:spMk id="2" creationId="{710800E2-6AE6-525D-DA15-B07FF2E3D858}"/>
            </ac:spMkLst>
          </pc:spChg>
          <pc:spChg chg="mod">
            <ac:chgData name="MacDonald,John" userId="f0bcbf9e-fdb1-4876-a053-4be512d539a8" providerId="ADAL" clId="{FC3DEE49-D0B3-47A5-B8D8-37D0697C5A6F}" dt="2024-03-01T14:15:05.446" v="8"/>
            <ac:spMkLst>
              <pc:docMk/>
              <pc:sldMasterMk cId="1246521122" sldId="2147483648"/>
              <pc:sldLayoutMk cId="236729284" sldId="2147483651"/>
              <ac:spMk id="3" creationId="{BE3DA5C1-38EB-B3E8-8E56-205B09C33094}"/>
            </ac:spMkLst>
          </pc:spChg>
        </pc:sldLayoutChg>
        <pc:sldLayoutChg chg="modSp">
          <pc:chgData name="MacDonald,John" userId="f0bcbf9e-fdb1-4876-a053-4be512d539a8" providerId="ADAL" clId="{FC3DEE49-D0B3-47A5-B8D8-37D0697C5A6F}" dt="2024-03-01T14:15:05.446" v="8"/>
          <pc:sldLayoutMkLst>
            <pc:docMk/>
            <pc:sldMasterMk cId="1246521122" sldId="2147483648"/>
            <pc:sldLayoutMk cId="982159568" sldId="2147483652"/>
          </pc:sldLayoutMkLst>
          <pc:spChg chg="mod">
            <ac:chgData name="MacDonald,John" userId="f0bcbf9e-fdb1-4876-a053-4be512d539a8" providerId="ADAL" clId="{FC3DEE49-D0B3-47A5-B8D8-37D0697C5A6F}" dt="2024-03-01T14:15:05.446" v="8"/>
            <ac:spMkLst>
              <pc:docMk/>
              <pc:sldMasterMk cId="1246521122" sldId="2147483648"/>
              <pc:sldLayoutMk cId="982159568" sldId="2147483652"/>
              <ac:spMk id="3" creationId="{0081205F-3E1C-3DBE-2F8B-9B585C11E2B9}"/>
            </ac:spMkLst>
          </pc:spChg>
          <pc:spChg chg="mod">
            <ac:chgData name="MacDonald,John" userId="f0bcbf9e-fdb1-4876-a053-4be512d539a8" providerId="ADAL" clId="{FC3DEE49-D0B3-47A5-B8D8-37D0697C5A6F}" dt="2024-03-01T14:15:05.446" v="8"/>
            <ac:spMkLst>
              <pc:docMk/>
              <pc:sldMasterMk cId="1246521122" sldId="2147483648"/>
              <pc:sldLayoutMk cId="982159568" sldId="2147483652"/>
              <ac:spMk id="4" creationId="{264A1881-B1E1-0ACC-7D25-FA8970735370}"/>
            </ac:spMkLst>
          </pc:spChg>
        </pc:sldLayoutChg>
        <pc:sldLayoutChg chg="modSp">
          <pc:chgData name="MacDonald,John" userId="f0bcbf9e-fdb1-4876-a053-4be512d539a8" providerId="ADAL" clId="{FC3DEE49-D0B3-47A5-B8D8-37D0697C5A6F}" dt="2024-03-01T14:15:05.446" v="8"/>
          <pc:sldLayoutMkLst>
            <pc:docMk/>
            <pc:sldMasterMk cId="1246521122" sldId="2147483648"/>
            <pc:sldLayoutMk cId="4180801728" sldId="2147483653"/>
          </pc:sldLayoutMkLst>
          <pc:spChg chg="mod">
            <ac:chgData name="MacDonald,John" userId="f0bcbf9e-fdb1-4876-a053-4be512d539a8" providerId="ADAL" clId="{FC3DEE49-D0B3-47A5-B8D8-37D0697C5A6F}" dt="2024-03-01T14:15:05.446" v="8"/>
            <ac:spMkLst>
              <pc:docMk/>
              <pc:sldMasterMk cId="1246521122" sldId="2147483648"/>
              <pc:sldLayoutMk cId="4180801728" sldId="2147483653"/>
              <ac:spMk id="2" creationId="{F57F5FAD-1BFC-18F8-E5F8-5A8A99B5A343}"/>
            </ac:spMkLst>
          </pc:spChg>
          <pc:spChg chg="mod">
            <ac:chgData name="MacDonald,John" userId="f0bcbf9e-fdb1-4876-a053-4be512d539a8" providerId="ADAL" clId="{FC3DEE49-D0B3-47A5-B8D8-37D0697C5A6F}" dt="2024-03-01T14:15:05.446" v="8"/>
            <ac:spMkLst>
              <pc:docMk/>
              <pc:sldMasterMk cId="1246521122" sldId="2147483648"/>
              <pc:sldLayoutMk cId="4180801728" sldId="2147483653"/>
              <ac:spMk id="3" creationId="{0B259F2C-A9C1-6BE5-E339-8A64EDF3792A}"/>
            </ac:spMkLst>
          </pc:spChg>
          <pc:spChg chg="mod">
            <ac:chgData name="MacDonald,John" userId="f0bcbf9e-fdb1-4876-a053-4be512d539a8" providerId="ADAL" clId="{FC3DEE49-D0B3-47A5-B8D8-37D0697C5A6F}" dt="2024-03-01T14:15:05.446" v="8"/>
            <ac:spMkLst>
              <pc:docMk/>
              <pc:sldMasterMk cId="1246521122" sldId="2147483648"/>
              <pc:sldLayoutMk cId="4180801728" sldId="2147483653"/>
              <ac:spMk id="4" creationId="{DD0C6A9A-28A5-BE6E-B2AC-92A51F9205F5}"/>
            </ac:spMkLst>
          </pc:spChg>
          <pc:spChg chg="mod">
            <ac:chgData name="MacDonald,John" userId="f0bcbf9e-fdb1-4876-a053-4be512d539a8" providerId="ADAL" clId="{FC3DEE49-D0B3-47A5-B8D8-37D0697C5A6F}" dt="2024-03-01T14:15:05.446" v="8"/>
            <ac:spMkLst>
              <pc:docMk/>
              <pc:sldMasterMk cId="1246521122" sldId="2147483648"/>
              <pc:sldLayoutMk cId="4180801728" sldId="2147483653"/>
              <ac:spMk id="5" creationId="{F801D557-3CB6-9C48-783D-7F67D5058B3A}"/>
            </ac:spMkLst>
          </pc:spChg>
          <pc:spChg chg="mod">
            <ac:chgData name="MacDonald,John" userId="f0bcbf9e-fdb1-4876-a053-4be512d539a8" providerId="ADAL" clId="{FC3DEE49-D0B3-47A5-B8D8-37D0697C5A6F}" dt="2024-03-01T14:15:05.446" v="8"/>
            <ac:spMkLst>
              <pc:docMk/>
              <pc:sldMasterMk cId="1246521122" sldId="2147483648"/>
              <pc:sldLayoutMk cId="4180801728" sldId="2147483653"/>
              <ac:spMk id="6" creationId="{DF1BDEDB-8677-3CC3-DAD1-E764D5D2B6D3}"/>
            </ac:spMkLst>
          </pc:spChg>
        </pc:sldLayoutChg>
        <pc:sldLayoutChg chg="modSp">
          <pc:chgData name="MacDonald,John" userId="f0bcbf9e-fdb1-4876-a053-4be512d539a8" providerId="ADAL" clId="{FC3DEE49-D0B3-47A5-B8D8-37D0697C5A6F}" dt="2024-03-01T14:15:05.446" v="8"/>
          <pc:sldLayoutMkLst>
            <pc:docMk/>
            <pc:sldMasterMk cId="1246521122" sldId="2147483648"/>
            <pc:sldLayoutMk cId="3329792379" sldId="2147483656"/>
          </pc:sldLayoutMkLst>
          <pc:spChg chg="mod">
            <ac:chgData name="MacDonald,John" userId="f0bcbf9e-fdb1-4876-a053-4be512d539a8" providerId="ADAL" clId="{FC3DEE49-D0B3-47A5-B8D8-37D0697C5A6F}" dt="2024-03-01T14:15:05.446" v="8"/>
            <ac:spMkLst>
              <pc:docMk/>
              <pc:sldMasterMk cId="1246521122" sldId="2147483648"/>
              <pc:sldLayoutMk cId="3329792379" sldId="2147483656"/>
              <ac:spMk id="2" creationId="{5E04B6CB-84F6-75C4-D978-F8BDEAB68ADF}"/>
            </ac:spMkLst>
          </pc:spChg>
          <pc:spChg chg="mod">
            <ac:chgData name="MacDonald,John" userId="f0bcbf9e-fdb1-4876-a053-4be512d539a8" providerId="ADAL" clId="{FC3DEE49-D0B3-47A5-B8D8-37D0697C5A6F}" dt="2024-03-01T14:15:05.446" v="8"/>
            <ac:spMkLst>
              <pc:docMk/>
              <pc:sldMasterMk cId="1246521122" sldId="2147483648"/>
              <pc:sldLayoutMk cId="3329792379" sldId="2147483656"/>
              <ac:spMk id="3" creationId="{35193BD9-FAAC-4731-C3D8-030153296BEF}"/>
            </ac:spMkLst>
          </pc:spChg>
          <pc:spChg chg="mod">
            <ac:chgData name="MacDonald,John" userId="f0bcbf9e-fdb1-4876-a053-4be512d539a8" providerId="ADAL" clId="{FC3DEE49-D0B3-47A5-B8D8-37D0697C5A6F}" dt="2024-03-01T14:15:05.446" v="8"/>
            <ac:spMkLst>
              <pc:docMk/>
              <pc:sldMasterMk cId="1246521122" sldId="2147483648"/>
              <pc:sldLayoutMk cId="3329792379" sldId="2147483656"/>
              <ac:spMk id="4" creationId="{5D369911-2FAD-1A08-9EE5-544DA2D1CBC1}"/>
            </ac:spMkLst>
          </pc:spChg>
        </pc:sldLayoutChg>
        <pc:sldLayoutChg chg="modSp">
          <pc:chgData name="MacDonald,John" userId="f0bcbf9e-fdb1-4876-a053-4be512d539a8" providerId="ADAL" clId="{FC3DEE49-D0B3-47A5-B8D8-37D0697C5A6F}" dt="2024-03-01T14:15:05.446" v="8"/>
          <pc:sldLayoutMkLst>
            <pc:docMk/>
            <pc:sldMasterMk cId="1246521122" sldId="2147483648"/>
            <pc:sldLayoutMk cId="1095055732" sldId="2147483657"/>
          </pc:sldLayoutMkLst>
          <pc:spChg chg="mod">
            <ac:chgData name="MacDonald,John" userId="f0bcbf9e-fdb1-4876-a053-4be512d539a8" providerId="ADAL" clId="{FC3DEE49-D0B3-47A5-B8D8-37D0697C5A6F}" dt="2024-03-01T14:15:05.446" v="8"/>
            <ac:spMkLst>
              <pc:docMk/>
              <pc:sldMasterMk cId="1246521122" sldId="2147483648"/>
              <pc:sldLayoutMk cId="1095055732" sldId="2147483657"/>
              <ac:spMk id="2" creationId="{FC9CACB5-68FE-874B-F936-B0B47B0F0BF0}"/>
            </ac:spMkLst>
          </pc:spChg>
          <pc:spChg chg="mod">
            <ac:chgData name="MacDonald,John" userId="f0bcbf9e-fdb1-4876-a053-4be512d539a8" providerId="ADAL" clId="{FC3DEE49-D0B3-47A5-B8D8-37D0697C5A6F}" dt="2024-03-01T14:15:05.446" v="8"/>
            <ac:spMkLst>
              <pc:docMk/>
              <pc:sldMasterMk cId="1246521122" sldId="2147483648"/>
              <pc:sldLayoutMk cId="1095055732" sldId="2147483657"/>
              <ac:spMk id="3" creationId="{A49307E4-96FC-FA9A-4973-EAB89618E896}"/>
            </ac:spMkLst>
          </pc:spChg>
          <pc:spChg chg="mod">
            <ac:chgData name="MacDonald,John" userId="f0bcbf9e-fdb1-4876-a053-4be512d539a8" providerId="ADAL" clId="{FC3DEE49-D0B3-47A5-B8D8-37D0697C5A6F}" dt="2024-03-01T14:15:05.446" v="8"/>
            <ac:spMkLst>
              <pc:docMk/>
              <pc:sldMasterMk cId="1246521122" sldId="2147483648"/>
              <pc:sldLayoutMk cId="1095055732" sldId="2147483657"/>
              <ac:spMk id="4" creationId="{2E79A06A-78B7-48CC-AFF3-9C59E0A2696A}"/>
            </ac:spMkLst>
          </pc:spChg>
        </pc:sldLayoutChg>
        <pc:sldLayoutChg chg="modSp">
          <pc:chgData name="MacDonald,John" userId="f0bcbf9e-fdb1-4876-a053-4be512d539a8" providerId="ADAL" clId="{FC3DEE49-D0B3-47A5-B8D8-37D0697C5A6F}" dt="2024-03-01T14:15:05.446" v="8"/>
          <pc:sldLayoutMkLst>
            <pc:docMk/>
            <pc:sldMasterMk cId="1246521122" sldId="2147483648"/>
            <pc:sldLayoutMk cId="2368365986" sldId="2147483659"/>
          </pc:sldLayoutMkLst>
          <pc:spChg chg="mod">
            <ac:chgData name="MacDonald,John" userId="f0bcbf9e-fdb1-4876-a053-4be512d539a8" providerId="ADAL" clId="{FC3DEE49-D0B3-47A5-B8D8-37D0697C5A6F}" dt="2024-03-01T14:15:05.446" v="8"/>
            <ac:spMkLst>
              <pc:docMk/>
              <pc:sldMasterMk cId="1246521122" sldId="2147483648"/>
              <pc:sldLayoutMk cId="2368365986" sldId="2147483659"/>
              <ac:spMk id="2" creationId="{EF19049C-4E05-D562-D2FB-8743BF01D263}"/>
            </ac:spMkLst>
          </pc:spChg>
          <pc:spChg chg="mod">
            <ac:chgData name="MacDonald,John" userId="f0bcbf9e-fdb1-4876-a053-4be512d539a8" providerId="ADAL" clId="{FC3DEE49-D0B3-47A5-B8D8-37D0697C5A6F}" dt="2024-03-01T14:15:05.446" v="8"/>
            <ac:spMkLst>
              <pc:docMk/>
              <pc:sldMasterMk cId="1246521122" sldId="2147483648"/>
              <pc:sldLayoutMk cId="2368365986" sldId="2147483659"/>
              <ac:spMk id="3" creationId="{7606366B-BFEC-668C-ED11-638DDD043D13}"/>
            </ac:spMkLst>
          </pc:spChg>
        </pc:sldLayoutChg>
      </pc:sldMasterChg>
      <pc:sldMasterChg chg="modSp modSldLayout">
        <pc:chgData name="MacDonald,John" userId="f0bcbf9e-fdb1-4876-a053-4be512d539a8" providerId="ADAL" clId="{FC3DEE49-D0B3-47A5-B8D8-37D0697C5A6F}" dt="2024-03-01T14:15:05.446" v="8"/>
        <pc:sldMasterMkLst>
          <pc:docMk/>
          <pc:sldMasterMk cId="3059138140" sldId="2147483660"/>
        </pc:sldMasterMkLst>
        <pc:spChg chg="mod">
          <ac:chgData name="MacDonald,John" userId="f0bcbf9e-fdb1-4876-a053-4be512d539a8" providerId="ADAL" clId="{FC3DEE49-D0B3-47A5-B8D8-37D0697C5A6F}" dt="2024-03-01T14:15:05.446" v="8"/>
          <ac:spMkLst>
            <pc:docMk/>
            <pc:sldMasterMk cId="3059138140" sldId="2147483660"/>
            <ac:spMk id="2" creationId="{00000000-0000-0000-0000-000000000000}"/>
          </ac:spMkLst>
        </pc:spChg>
        <pc:spChg chg="mod">
          <ac:chgData name="MacDonald,John" userId="f0bcbf9e-fdb1-4876-a053-4be512d539a8" providerId="ADAL" clId="{FC3DEE49-D0B3-47A5-B8D8-37D0697C5A6F}" dt="2024-03-01T14:15:05.446" v="8"/>
          <ac:spMkLst>
            <pc:docMk/>
            <pc:sldMasterMk cId="3059138140" sldId="2147483660"/>
            <ac:spMk id="3" creationId="{00000000-0000-0000-0000-000000000000}"/>
          </ac:spMkLst>
        </pc:spChg>
        <pc:spChg chg="mod">
          <ac:chgData name="MacDonald,John" userId="f0bcbf9e-fdb1-4876-a053-4be512d539a8" providerId="ADAL" clId="{FC3DEE49-D0B3-47A5-B8D8-37D0697C5A6F}" dt="2024-03-01T14:15:05.446" v="8"/>
          <ac:spMkLst>
            <pc:docMk/>
            <pc:sldMasterMk cId="3059138140" sldId="2147483660"/>
            <ac:spMk id="4" creationId="{00000000-0000-0000-0000-000000000000}"/>
          </ac:spMkLst>
        </pc:spChg>
        <pc:spChg chg="mod">
          <ac:chgData name="MacDonald,John" userId="f0bcbf9e-fdb1-4876-a053-4be512d539a8" providerId="ADAL" clId="{FC3DEE49-D0B3-47A5-B8D8-37D0697C5A6F}" dt="2024-03-01T14:15:05.446" v="8"/>
          <ac:spMkLst>
            <pc:docMk/>
            <pc:sldMasterMk cId="3059138140" sldId="2147483660"/>
            <ac:spMk id="5" creationId="{00000000-0000-0000-0000-000000000000}"/>
          </ac:spMkLst>
        </pc:spChg>
        <pc:spChg chg="mod">
          <ac:chgData name="MacDonald,John" userId="f0bcbf9e-fdb1-4876-a053-4be512d539a8" providerId="ADAL" clId="{FC3DEE49-D0B3-47A5-B8D8-37D0697C5A6F}" dt="2024-03-01T14:15:05.446" v="8"/>
          <ac:spMkLst>
            <pc:docMk/>
            <pc:sldMasterMk cId="3059138140" sldId="2147483660"/>
            <ac:spMk id="6" creationId="{00000000-0000-0000-0000-000000000000}"/>
          </ac:spMkLst>
        </pc:spChg>
        <pc:cxnChg chg="mod">
          <ac:chgData name="MacDonald,John" userId="f0bcbf9e-fdb1-4876-a053-4be512d539a8" providerId="ADAL" clId="{FC3DEE49-D0B3-47A5-B8D8-37D0697C5A6F}" dt="2024-03-01T14:15:05.446" v="8"/>
          <ac:cxnSpMkLst>
            <pc:docMk/>
            <pc:sldMasterMk cId="3059138140" sldId="2147483660"/>
            <ac:cxnSpMk id="7" creationId="{00000000-0000-0000-0000-000000000000}"/>
          </ac:cxnSpMkLst>
        </pc:cxnChg>
        <pc:sldLayoutChg chg="modSp">
          <pc:chgData name="MacDonald,John" userId="f0bcbf9e-fdb1-4876-a053-4be512d539a8" providerId="ADAL" clId="{FC3DEE49-D0B3-47A5-B8D8-37D0697C5A6F}" dt="2024-03-01T14:15:05.446" v="8"/>
          <pc:sldLayoutMkLst>
            <pc:docMk/>
            <pc:sldMasterMk cId="3059138140" sldId="2147483660"/>
            <pc:sldLayoutMk cId="1385910103" sldId="2147483661"/>
          </pc:sldLayoutMkLst>
          <pc:spChg chg="mod">
            <ac:chgData name="MacDonald,John" userId="f0bcbf9e-fdb1-4876-a053-4be512d539a8" providerId="ADAL" clId="{FC3DEE49-D0B3-47A5-B8D8-37D0697C5A6F}" dt="2024-03-01T14:15:05.446" v="8"/>
            <ac:spMkLst>
              <pc:docMk/>
              <pc:sldMasterMk cId="3059138140" sldId="2147483660"/>
              <pc:sldLayoutMk cId="1385910103" sldId="2147483661"/>
              <ac:spMk id="2" creationId="{00000000-0000-0000-0000-000000000000}"/>
            </ac:spMkLst>
          </pc:spChg>
          <pc:spChg chg="mod">
            <ac:chgData name="MacDonald,John" userId="f0bcbf9e-fdb1-4876-a053-4be512d539a8" providerId="ADAL" clId="{FC3DEE49-D0B3-47A5-B8D8-37D0697C5A6F}" dt="2024-03-01T14:15:05.446" v="8"/>
            <ac:spMkLst>
              <pc:docMk/>
              <pc:sldMasterMk cId="3059138140" sldId="2147483660"/>
              <pc:sldLayoutMk cId="1385910103" sldId="2147483661"/>
              <ac:spMk id="3" creationId="{00000000-0000-0000-0000-000000000000}"/>
            </ac:spMkLst>
          </pc:spChg>
          <pc:spChg chg="mod">
            <ac:chgData name="MacDonald,John" userId="f0bcbf9e-fdb1-4876-a053-4be512d539a8" providerId="ADAL" clId="{FC3DEE49-D0B3-47A5-B8D8-37D0697C5A6F}" dt="2024-03-01T14:15:05.446" v="8"/>
            <ac:spMkLst>
              <pc:docMk/>
              <pc:sldMasterMk cId="3059138140" sldId="2147483660"/>
              <pc:sldLayoutMk cId="1385910103" sldId="2147483661"/>
              <ac:spMk id="7" creationId="{00000000-0000-0000-0000-000000000000}"/>
            </ac:spMkLst>
          </pc:spChg>
          <pc:cxnChg chg="mod">
            <ac:chgData name="MacDonald,John" userId="f0bcbf9e-fdb1-4876-a053-4be512d539a8" providerId="ADAL" clId="{FC3DEE49-D0B3-47A5-B8D8-37D0697C5A6F}" dt="2024-03-01T14:15:05.446" v="8"/>
            <ac:cxnSpMkLst>
              <pc:docMk/>
              <pc:sldMasterMk cId="3059138140" sldId="2147483660"/>
              <pc:sldLayoutMk cId="1385910103" sldId="2147483661"/>
              <ac:cxnSpMk id="8" creationId="{00000000-0000-0000-0000-000000000000}"/>
            </ac:cxnSpMkLst>
          </pc:cxnChg>
        </pc:sldLayoutChg>
        <pc:sldLayoutChg chg="modSp">
          <pc:chgData name="MacDonald,John" userId="f0bcbf9e-fdb1-4876-a053-4be512d539a8" providerId="ADAL" clId="{FC3DEE49-D0B3-47A5-B8D8-37D0697C5A6F}" dt="2024-03-01T14:15:05.446" v="8"/>
          <pc:sldLayoutMkLst>
            <pc:docMk/>
            <pc:sldMasterMk cId="3059138140" sldId="2147483660"/>
            <pc:sldLayoutMk cId="960929269" sldId="2147483663"/>
          </pc:sldLayoutMkLst>
          <pc:spChg chg="mod">
            <ac:chgData name="MacDonald,John" userId="f0bcbf9e-fdb1-4876-a053-4be512d539a8" providerId="ADAL" clId="{FC3DEE49-D0B3-47A5-B8D8-37D0697C5A6F}" dt="2024-03-01T14:15:05.446" v="8"/>
            <ac:spMkLst>
              <pc:docMk/>
              <pc:sldMasterMk cId="3059138140" sldId="2147483660"/>
              <pc:sldLayoutMk cId="960929269" sldId="2147483663"/>
              <ac:spMk id="2" creationId="{00000000-0000-0000-0000-000000000000}"/>
            </ac:spMkLst>
          </pc:spChg>
          <pc:spChg chg="mod">
            <ac:chgData name="MacDonald,John" userId="f0bcbf9e-fdb1-4876-a053-4be512d539a8" providerId="ADAL" clId="{FC3DEE49-D0B3-47A5-B8D8-37D0697C5A6F}" dt="2024-03-01T14:15:05.446" v="8"/>
            <ac:spMkLst>
              <pc:docMk/>
              <pc:sldMasterMk cId="3059138140" sldId="2147483660"/>
              <pc:sldLayoutMk cId="960929269" sldId="2147483663"/>
              <ac:spMk id="3" creationId="{00000000-0000-0000-0000-000000000000}"/>
            </ac:spMkLst>
          </pc:spChg>
          <pc:spChg chg="mod">
            <ac:chgData name="MacDonald,John" userId="f0bcbf9e-fdb1-4876-a053-4be512d539a8" providerId="ADAL" clId="{FC3DEE49-D0B3-47A5-B8D8-37D0697C5A6F}" dt="2024-03-01T14:15:05.446" v="8"/>
            <ac:spMkLst>
              <pc:docMk/>
              <pc:sldMasterMk cId="3059138140" sldId="2147483660"/>
              <pc:sldLayoutMk cId="960929269" sldId="2147483663"/>
              <ac:spMk id="7" creationId="{00000000-0000-0000-0000-000000000000}"/>
            </ac:spMkLst>
          </pc:spChg>
          <pc:cxnChg chg="mod">
            <ac:chgData name="MacDonald,John" userId="f0bcbf9e-fdb1-4876-a053-4be512d539a8" providerId="ADAL" clId="{FC3DEE49-D0B3-47A5-B8D8-37D0697C5A6F}" dt="2024-03-01T14:15:05.446" v="8"/>
            <ac:cxnSpMkLst>
              <pc:docMk/>
              <pc:sldMasterMk cId="3059138140" sldId="2147483660"/>
              <pc:sldLayoutMk cId="960929269" sldId="2147483663"/>
              <ac:cxnSpMk id="8" creationId="{00000000-0000-0000-0000-000000000000}"/>
            </ac:cxnSpMkLst>
          </pc:cxnChg>
        </pc:sldLayoutChg>
        <pc:sldLayoutChg chg="modSp">
          <pc:chgData name="MacDonald,John" userId="f0bcbf9e-fdb1-4876-a053-4be512d539a8" providerId="ADAL" clId="{FC3DEE49-D0B3-47A5-B8D8-37D0697C5A6F}" dt="2024-03-01T14:15:05.446" v="8"/>
          <pc:sldLayoutMkLst>
            <pc:docMk/>
            <pc:sldMasterMk cId="3059138140" sldId="2147483660"/>
            <pc:sldLayoutMk cId="1564934337" sldId="2147483664"/>
          </pc:sldLayoutMkLst>
          <pc:spChg chg="mod">
            <ac:chgData name="MacDonald,John" userId="f0bcbf9e-fdb1-4876-a053-4be512d539a8" providerId="ADAL" clId="{FC3DEE49-D0B3-47A5-B8D8-37D0697C5A6F}" dt="2024-03-01T14:15:05.446" v="8"/>
            <ac:spMkLst>
              <pc:docMk/>
              <pc:sldMasterMk cId="3059138140" sldId="2147483660"/>
              <pc:sldLayoutMk cId="1564934337" sldId="2147483664"/>
              <ac:spMk id="2" creationId="{00000000-0000-0000-0000-000000000000}"/>
            </ac:spMkLst>
          </pc:spChg>
          <pc:spChg chg="mod">
            <ac:chgData name="MacDonald,John" userId="f0bcbf9e-fdb1-4876-a053-4be512d539a8" providerId="ADAL" clId="{FC3DEE49-D0B3-47A5-B8D8-37D0697C5A6F}" dt="2024-03-01T14:15:05.446" v="8"/>
            <ac:spMkLst>
              <pc:docMk/>
              <pc:sldMasterMk cId="3059138140" sldId="2147483660"/>
              <pc:sldLayoutMk cId="1564934337" sldId="2147483664"/>
              <ac:spMk id="3" creationId="{00000000-0000-0000-0000-000000000000}"/>
            </ac:spMkLst>
          </pc:spChg>
          <pc:spChg chg="mod">
            <ac:chgData name="MacDonald,John" userId="f0bcbf9e-fdb1-4876-a053-4be512d539a8" providerId="ADAL" clId="{FC3DEE49-D0B3-47A5-B8D8-37D0697C5A6F}" dt="2024-03-01T14:15:05.446" v="8"/>
            <ac:spMkLst>
              <pc:docMk/>
              <pc:sldMasterMk cId="3059138140" sldId="2147483660"/>
              <pc:sldLayoutMk cId="1564934337" sldId="2147483664"/>
              <ac:spMk id="4" creationId="{00000000-0000-0000-0000-000000000000}"/>
            </ac:spMkLst>
          </pc:spChg>
        </pc:sldLayoutChg>
        <pc:sldLayoutChg chg="modSp">
          <pc:chgData name="MacDonald,John" userId="f0bcbf9e-fdb1-4876-a053-4be512d539a8" providerId="ADAL" clId="{FC3DEE49-D0B3-47A5-B8D8-37D0697C5A6F}" dt="2024-03-01T14:15:05.446" v="8"/>
          <pc:sldLayoutMkLst>
            <pc:docMk/>
            <pc:sldMasterMk cId="3059138140" sldId="2147483660"/>
            <pc:sldLayoutMk cId="1080164937" sldId="2147483665"/>
          </pc:sldLayoutMkLst>
          <pc:spChg chg="mod">
            <ac:chgData name="MacDonald,John" userId="f0bcbf9e-fdb1-4876-a053-4be512d539a8" providerId="ADAL" clId="{FC3DEE49-D0B3-47A5-B8D8-37D0697C5A6F}" dt="2024-03-01T14:15:05.446" v="8"/>
            <ac:spMkLst>
              <pc:docMk/>
              <pc:sldMasterMk cId="3059138140" sldId="2147483660"/>
              <pc:sldLayoutMk cId="1080164937" sldId="2147483665"/>
              <ac:spMk id="3" creationId="{00000000-0000-0000-0000-000000000000}"/>
            </ac:spMkLst>
          </pc:spChg>
          <pc:spChg chg="mod">
            <ac:chgData name="MacDonald,John" userId="f0bcbf9e-fdb1-4876-a053-4be512d539a8" providerId="ADAL" clId="{FC3DEE49-D0B3-47A5-B8D8-37D0697C5A6F}" dt="2024-03-01T14:15:05.446" v="8"/>
            <ac:spMkLst>
              <pc:docMk/>
              <pc:sldMasterMk cId="3059138140" sldId="2147483660"/>
              <pc:sldLayoutMk cId="1080164937" sldId="2147483665"/>
              <ac:spMk id="4" creationId="{00000000-0000-0000-0000-000000000000}"/>
            </ac:spMkLst>
          </pc:spChg>
          <pc:spChg chg="mod">
            <ac:chgData name="MacDonald,John" userId="f0bcbf9e-fdb1-4876-a053-4be512d539a8" providerId="ADAL" clId="{FC3DEE49-D0B3-47A5-B8D8-37D0697C5A6F}" dt="2024-03-01T14:15:05.446" v="8"/>
            <ac:spMkLst>
              <pc:docMk/>
              <pc:sldMasterMk cId="3059138140" sldId="2147483660"/>
              <pc:sldLayoutMk cId="1080164937" sldId="2147483665"/>
              <ac:spMk id="5" creationId="{00000000-0000-0000-0000-000000000000}"/>
            </ac:spMkLst>
          </pc:spChg>
          <pc:spChg chg="mod">
            <ac:chgData name="MacDonald,John" userId="f0bcbf9e-fdb1-4876-a053-4be512d539a8" providerId="ADAL" clId="{FC3DEE49-D0B3-47A5-B8D8-37D0697C5A6F}" dt="2024-03-01T14:15:05.446" v="8"/>
            <ac:spMkLst>
              <pc:docMk/>
              <pc:sldMasterMk cId="3059138140" sldId="2147483660"/>
              <pc:sldLayoutMk cId="1080164937" sldId="2147483665"/>
              <ac:spMk id="6" creationId="{00000000-0000-0000-0000-000000000000}"/>
            </ac:spMkLst>
          </pc:spChg>
          <pc:spChg chg="mod">
            <ac:chgData name="MacDonald,John" userId="f0bcbf9e-fdb1-4876-a053-4be512d539a8" providerId="ADAL" clId="{FC3DEE49-D0B3-47A5-B8D8-37D0697C5A6F}" dt="2024-03-01T14:15:05.446" v="8"/>
            <ac:spMkLst>
              <pc:docMk/>
              <pc:sldMasterMk cId="3059138140" sldId="2147483660"/>
              <pc:sldLayoutMk cId="1080164937" sldId="2147483665"/>
              <ac:spMk id="10" creationId="{00000000-0000-0000-0000-000000000000}"/>
            </ac:spMkLst>
          </pc:spChg>
        </pc:sldLayoutChg>
        <pc:sldLayoutChg chg="modSp">
          <pc:chgData name="MacDonald,John" userId="f0bcbf9e-fdb1-4876-a053-4be512d539a8" providerId="ADAL" clId="{FC3DEE49-D0B3-47A5-B8D8-37D0697C5A6F}" dt="2024-03-01T14:15:05.446" v="8"/>
          <pc:sldLayoutMkLst>
            <pc:docMk/>
            <pc:sldMasterMk cId="3059138140" sldId="2147483660"/>
            <pc:sldLayoutMk cId="43943950" sldId="2147483668"/>
          </pc:sldLayoutMkLst>
          <pc:spChg chg="mod">
            <ac:chgData name="MacDonald,John" userId="f0bcbf9e-fdb1-4876-a053-4be512d539a8" providerId="ADAL" clId="{FC3DEE49-D0B3-47A5-B8D8-37D0697C5A6F}" dt="2024-03-01T14:15:05.446" v="8"/>
            <ac:spMkLst>
              <pc:docMk/>
              <pc:sldMasterMk cId="3059138140" sldId="2147483660"/>
              <pc:sldLayoutMk cId="43943950" sldId="2147483668"/>
              <ac:spMk id="3" creationId="{00000000-0000-0000-0000-000000000000}"/>
            </ac:spMkLst>
          </pc:spChg>
          <pc:spChg chg="mod">
            <ac:chgData name="MacDonald,John" userId="f0bcbf9e-fdb1-4876-a053-4be512d539a8" providerId="ADAL" clId="{FC3DEE49-D0B3-47A5-B8D8-37D0697C5A6F}" dt="2024-03-01T14:15:05.446" v="8"/>
            <ac:spMkLst>
              <pc:docMk/>
              <pc:sldMasterMk cId="3059138140" sldId="2147483660"/>
              <pc:sldLayoutMk cId="43943950" sldId="2147483668"/>
              <ac:spMk id="4" creationId="{00000000-0000-0000-0000-000000000000}"/>
            </ac:spMkLst>
          </pc:spChg>
          <pc:spChg chg="mod">
            <ac:chgData name="MacDonald,John" userId="f0bcbf9e-fdb1-4876-a053-4be512d539a8" providerId="ADAL" clId="{FC3DEE49-D0B3-47A5-B8D8-37D0697C5A6F}" dt="2024-03-01T14:15:05.446" v="8"/>
            <ac:spMkLst>
              <pc:docMk/>
              <pc:sldMasterMk cId="3059138140" sldId="2147483660"/>
              <pc:sldLayoutMk cId="43943950" sldId="2147483668"/>
              <ac:spMk id="8" creationId="{00000000-0000-0000-0000-000000000000}"/>
            </ac:spMkLst>
          </pc:spChg>
        </pc:sldLayoutChg>
        <pc:sldLayoutChg chg="modSp">
          <pc:chgData name="MacDonald,John" userId="f0bcbf9e-fdb1-4876-a053-4be512d539a8" providerId="ADAL" clId="{FC3DEE49-D0B3-47A5-B8D8-37D0697C5A6F}" dt="2024-03-01T14:15:05.446" v="8"/>
          <pc:sldLayoutMkLst>
            <pc:docMk/>
            <pc:sldMasterMk cId="3059138140" sldId="2147483660"/>
            <pc:sldLayoutMk cId="1842718237" sldId="2147483669"/>
          </pc:sldLayoutMkLst>
          <pc:spChg chg="mod">
            <ac:chgData name="MacDonald,John" userId="f0bcbf9e-fdb1-4876-a053-4be512d539a8" providerId="ADAL" clId="{FC3DEE49-D0B3-47A5-B8D8-37D0697C5A6F}" dt="2024-03-01T14:15:05.446" v="8"/>
            <ac:spMkLst>
              <pc:docMk/>
              <pc:sldMasterMk cId="3059138140" sldId="2147483660"/>
              <pc:sldLayoutMk cId="1842718237" sldId="2147483669"/>
              <ac:spMk id="2" creationId="{00000000-0000-0000-0000-000000000000}"/>
            </ac:spMkLst>
          </pc:spChg>
          <pc:spChg chg="mod">
            <ac:chgData name="MacDonald,John" userId="f0bcbf9e-fdb1-4876-a053-4be512d539a8" providerId="ADAL" clId="{FC3DEE49-D0B3-47A5-B8D8-37D0697C5A6F}" dt="2024-03-01T14:15:05.446" v="8"/>
            <ac:spMkLst>
              <pc:docMk/>
              <pc:sldMasterMk cId="3059138140" sldId="2147483660"/>
              <pc:sldLayoutMk cId="1842718237" sldId="2147483669"/>
              <ac:spMk id="3" creationId="{00000000-0000-0000-0000-000000000000}"/>
            </ac:spMkLst>
          </pc:spChg>
          <pc:spChg chg="mod">
            <ac:chgData name="MacDonald,John" userId="f0bcbf9e-fdb1-4876-a053-4be512d539a8" providerId="ADAL" clId="{FC3DEE49-D0B3-47A5-B8D8-37D0697C5A6F}" dt="2024-03-01T14:15:05.446" v="8"/>
            <ac:spMkLst>
              <pc:docMk/>
              <pc:sldMasterMk cId="3059138140" sldId="2147483660"/>
              <pc:sldLayoutMk cId="1842718237" sldId="2147483669"/>
              <ac:spMk id="4" creationId="{00000000-0000-0000-0000-000000000000}"/>
            </ac:spMkLst>
          </pc:spChg>
          <pc:cxnChg chg="mod">
            <ac:chgData name="MacDonald,John" userId="f0bcbf9e-fdb1-4876-a053-4be512d539a8" providerId="ADAL" clId="{FC3DEE49-D0B3-47A5-B8D8-37D0697C5A6F}" dt="2024-03-01T14:15:05.446" v="8"/>
            <ac:cxnSpMkLst>
              <pc:docMk/>
              <pc:sldMasterMk cId="3059138140" sldId="2147483660"/>
              <pc:sldLayoutMk cId="1842718237" sldId="2147483669"/>
              <ac:cxnSpMk id="9" creationId="{00000000-0000-0000-0000-000000000000}"/>
            </ac:cxnSpMkLst>
          </pc:cxnChg>
        </pc:sldLayoutChg>
        <pc:sldLayoutChg chg="modSp">
          <pc:chgData name="MacDonald,John" userId="f0bcbf9e-fdb1-4876-a053-4be512d539a8" providerId="ADAL" clId="{FC3DEE49-D0B3-47A5-B8D8-37D0697C5A6F}" dt="2024-03-01T14:15:05.446" v="8"/>
          <pc:sldLayoutMkLst>
            <pc:docMk/>
            <pc:sldMasterMk cId="3059138140" sldId="2147483660"/>
            <pc:sldLayoutMk cId="2401275857" sldId="2147483671"/>
          </pc:sldLayoutMkLst>
          <pc:spChg chg="mod">
            <ac:chgData name="MacDonald,John" userId="f0bcbf9e-fdb1-4876-a053-4be512d539a8" providerId="ADAL" clId="{FC3DEE49-D0B3-47A5-B8D8-37D0697C5A6F}" dt="2024-03-01T14:15:05.446" v="8"/>
            <ac:spMkLst>
              <pc:docMk/>
              <pc:sldMasterMk cId="3059138140" sldId="2147483660"/>
              <pc:sldLayoutMk cId="2401275857" sldId="2147483671"/>
              <ac:spMk id="2" creationId="{00000000-0000-0000-0000-000000000000}"/>
            </ac:spMkLst>
          </pc:spChg>
          <pc:spChg chg="mod">
            <ac:chgData name="MacDonald,John" userId="f0bcbf9e-fdb1-4876-a053-4be512d539a8" providerId="ADAL" clId="{FC3DEE49-D0B3-47A5-B8D8-37D0697C5A6F}" dt="2024-03-01T14:15:05.446" v="8"/>
            <ac:spMkLst>
              <pc:docMk/>
              <pc:sldMasterMk cId="3059138140" sldId="2147483660"/>
              <pc:sldLayoutMk cId="2401275857" sldId="2147483671"/>
              <ac:spMk id="3" creationId="{00000000-0000-0000-0000-000000000000}"/>
            </ac:spMkLst>
          </pc:spChg>
          <pc:cxnChg chg="mod">
            <ac:chgData name="MacDonald,John" userId="f0bcbf9e-fdb1-4876-a053-4be512d539a8" providerId="ADAL" clId="{FC3DEE49-D0B3-47A5-B8D8-37D0697C5A6F}" dt="2024-03-01T14:15:05.446" v="8"/>
            <ac:cxnSpMkLst>
              <pc:docMk/>
              <pc:sldMasterMk cId="3059138140" sldId="2147483660"/>
              <pc:sldLayoutMk cId="2401275857" sldId="2147483671"/>
              <ac:cxnSpMk id="7" creationId="{00000000-0000-0000-0000-000000000000}"/>
            </ac:cxnSpMkLst>
          </pc:cxnChg>
        </pc:sldLayoutChg>
      </pc:sldMasterChg>
      <pc:sldMasterChg chg="del delSldLayout">
        <pc:chgData name="MacDonald,John" userId="f0bcbf9e-fdb1-4876-a053-4be512d539a8" providerId="ADAL" clId="{FC3DEE49-D0B3-47A5-B8D8-37D0697C5A6F}" dt="2024-03-01T14:15:16.823" v="11" actId="47"/>
        <pc:sldMasterMkLst>
          <pc:docMk/>
          <pc:sldMasterMk cId="206386173" sldId="2147483672"/>
        </pc:sldMasterMkLst>
        <pc:sldLayoutChg chg="del">
          <pc:chgData name="MacDonald,John" userId="f0bcbf9e-fdb1-4876-a053-4be512d539a8" providerId="ADAL" clId="{FC3DEE49-D0B3-47A5-B8D8-37D0697C5A6F}" dt="2024-03-01T14:15:16.823" v="11" actId="47"/>
          <pc:sldLayoutMkLst>
            <pc:docMk/>
            <pc:sldMasterMk cId="206386173" sldId="2147483672"/>
            <pc:sldLayoutMk cId="4133984220" sldId="2147483673"/>
          </pc:sldLayoutMkLst>
        </pc:sldLayoutChg>
        <pc:sldLayoutChg chg="del">
          <pc:chgData name="MacDonald,John" userId="f0bcbf9e-fdb1-4876-a053-4be512d539a8" providerId="ADAL" clId="{FC3DEE49-D0B3-47A5-B8D8-37D0697C5A6F}" dt="2024-03-01T14:15:16.823" v="11" actId="47"/>
          <pc:sldLayoutMkLst>
            <pc:docMk/>
            <pc:sldMasterMk cId="206386173" sldId="2147483672"/>
            <pc:sldLayoutMk cId="3562155558" sldId="2147483674"/>
          </pc:sldLayoutMkLst>
        </pc:sldLayoutChg>
        <pc:sldLayoutChg chg="del">
          <pc:chgData name="MacDonald,John" userId="f0bcbf9e-fdb1-4876-a053-4be512d539a8" providerId="ADAL" clId="{FC3DEE49-D0B3-47A5-B8D8-37D0697C5A6F}" dt="2024-03-01T14:15:16.823" v="11" actId="47"/>
          <pc:sldLayoutMkLst>
            <pc:docMk/>
            <pc:sldMasterMk cId="206386173" sldId="2147483672"/>
            <pc:sldLayoutMk cId="3515718642" sldId="2147483675"/>
          </pc:sldLayoutMkLst>
        </pc:sldLayoutChg>
        <pc:sldLayoutChg chg="del">
          <pc:chgData name="MacDonald,John" userId="f0bcbf9e-fdb1-4876-a053-4be512d539a8" providerId="ADAL" clId="{FC3DEE49-D0B3-47A5-B8D8-37D0697C5A6F}" dt="2024-03-01T14:15:16.823" v="11" actId="47"/>
          <pc:sldLayoutMkLst>
            <pc:docMk/>
            <pc:sldMasterMk cId="206386173" sldId="2147483672"/>
            <pc:sldLayoutMk cId="3442307554" sldId="2147483676"/>
          </pc:sldLayoutMkLst>
        </pc:sldLayoutChg>
        <pc:sldLayoutChg chg="del">
          <pc:chgData name="MacDonald,John" userId="f0bcbf9e-fdb1-4876-a053-4be512d539a8" providerId="ADAL" clId="{FC3DEE49-D0B3-47A5-B8D8-37D0697C5A6F}" dt="2024-03-01T14:15:16.823" v="11" actId="47"/>
          <pc:sldLayoutMkLst>
            <pc:docMk/>
            <pc:sldMasterMk cId="206386173" sldId="2147483672"/>
            <pc:sldLayoutMk cId="4160226672" sldId="2147483677"/>
          </pc:sldLayoutMkLst>
        </pc:sldLayoutChg>
        <pc:sldLayoutChg chg="del">
          <pc:chgData name="MacDonald,John" userId="f0bcbf9e-fdb1-4876-a053-4be512d539a8" providerId="ADAL" clId="{FC3DEE49-D0B3-47A5-B8D8-37D0697C5A6F}" dt="2024-03-01T14:15:16.823" v="11" actId="47"/>
          <pc:sldLayoutMkLst>
            <pc:docMk/>
            <pc:sldMasterMk cId="206386173" sldId="2147483672"/>
            <pc:sldLayoutMk cId="3394867570" sldId="2147483678"/>
          </pc:sldLayoutMkLst>
        </pc:sldLayoutChg>
        <pc:sldLayoutChg chg="del">
          <pc:chgData name="MacDonald,John" userId="f0bcbf9e-fdb1-4876-a053-4be512d539a8" providerId="ADAL" clId="{FC3DEE49-D0B3-47A5-B8D8-37D0697C5A6F}" dt="2024-03-01T14:15:16.823" v="11" actId="47"/>
          <pc:sldLayoutMkLst>
            <pc:docMk/>
            <pc:sldMasterMk cId="206386173" sldId="2147483672"/>
            <pc:sldLayoutMk cId="411776141" sldId="2147483679"/>
          </pc:sldLayoutMkLst>
        </pc:sldLayoutChg>
        <pc:sldLayoutChg chg="del">
          <pc:chgData name="MacDonald,John" userId="f0bcbf9e-fdb1-4876-a053-4be512d539a8" providerId="ADAL" clId="{FC3DEE49-D0B3-47A5-B8D8-37D0697C5A6F}" dt="2024-03-01T14:15:16.823" v="11" actId="47"/>
          <pc:sldLayoutMkLst>
            <pc:docMk/>
            <pc:sldMasterMk cId="206386173" sldId="2147483672"/>
            <pc:sldLayoutMk cId="1198733945" sldId="2147483680"/>
          </pc:sldLayoutMkLst>
        </pc:sldLayoutChg>
        <pc:sldLayoutChg chg="del">
          <pc:chgData name="MacDonald,John" userId="f0bcbf9e-fdb1-4876-a053-4be512d539a8" providerId="ADAL" clId="{FC3DEE49-D0B3-47A5-B8D8-37D0697C5A6F}" dt="2024-03-01T14:15:16.823" v="11" actId="47"/>
          <pc:sldLayoutMkLst>
            <pc:docMk/>
            <pc:sldMasterMk cId="206386173" sldId="2147483672"/>
            <pc:sldLayoutMk cId="1870043620" sldId="2147483681"/>
          </pc:sldLayoutMkLst>
        </pc:sldLayoutChg>
        <pc:sldLayoutChg chg="del">
          <pc:chgData name="MacDonald,John" userId="f0bcbf9e-fdb1-4876-a053-4be512d539a8" providerId="ADAL" clId="{FC3DEE49-D0B3-47A5-B8D8-37D0697C5A6F}" dt="2024-03-01T14:15:16.823" v="11" actId="47"/>
          <pc:sldLayoutMkLst>
            <pc:docMk/>
            <pc:sldMasterMk cId="206386173" sldId="2147483672"/>
            <pc:sldLayoutMk cId="1519454465" sldId="2147483682"/>
          </pc:sldLayoutMkLst>
        </pc:sldLayoutChg>
        <pc:sldLayoutChg chg="del">
          <pc:chgData name="MacDonald,John" userId="f0bcbf9e-fdb1-4876-a053-4be512d539a8" providerId="ADAL" clId="{FC3DEE49-D0B3-47A5-B8D8-37D0697C5A6F}" dt="2024-03-01T14:15:16.823" v="11" actId="47"/>
          <pc:sldLayoutMkLst>
            <pc:docMk/>
            <pc:sldMasterMk cId="206386173" sldId="2147483672"/>
            <pc:sldLayoutMk cId="1738846962" sldId="2147483683"/>
          </pc:sldLayoutMkLst>
        </pc:sldLayoutChg>
      </pc:sldMasterChg>
    </pc:docChg>
  </pc:docChgLst>
  <pc:docChgLst>
    <pc:chgData name="MacDonald,John" userId="S::w0503761@campus.nscc.ca::f0bcbf9e-fdb1-4876-a053-4be512d539a8" providerId="AD" clId="Web-{EADA3DF2-92A4-E49A-A3C6-603C8E370079}"/>
    <pc:docChg chg="addSld delSld modSld">
      <pc:chgData name="MacDonald,John" userId="S::w0503761@campus.nscc.ca::f0bcbf9e-fdb1-4876-a053-4be512d539a8" providerId="AD" clId="Web-{EADA3DF2-92A4-E49A-A3C6-603C8E370079}" dt="2024-03-04T17:48:54.394" v="97" actId="20577"/>
      <pc:docMkLst>
        <pc:docMk/>
      </pc:docMkLst>
      <pc:sldChg chg="modSp del">
        <pc:chgData name="MacDonald,John" userId="S::w0503761@campus.nscc.ca::f0bcbf9e-fdb1-4876-a053-4be512d539a8" providerId="AD" clId="Web-{EADA3DF2-92A4-E49A-A3C6-603C8E370079}" dt="2024-03-04T17:43:05.780" v="56"/>
        <pc:sldMkLst>
          <pc:docMk/>
          <pc:sldMk cId="757841103" sldId="375"/>
        </pc:sldMkLst>
        <pc:graphicFrameChg chg="modGraphic">
          <ac:chgData name="MacDonald,John" userId="S::w0503761@campus.nscc.ca::f0bcbf9e-fdb1-4876-a053-4be512d539a8" providerId="AD" clId="Web-{EADA3DF2-92A4-E49A-A3C6-603C8E370079}" dt="2024-03-04T17:41:47.217" v="36" actId="20577"/>
          <ac:graphicFrameMkLst>
            <pc:docMk/>
            <pc:sldMk cId="757841103" sldId="375"/>
            <ac:graphicFrameMk id="6" creationId="{F3FF813E-D228-4721-AEC9-F639349DC674}"/>
          </ac:graphicFrameMkLst>
        </pc:graphicFrameChg>
      </pc:sldChg>
      <pc:sldChg chg="del">
        <pc:chgData name="MacDonald,John" userId="S::w0503761@campus.nscc.ca::f0bcbf9e-fdb1-4876-a053-4be512d539a8" providerId="AD" clId="Web-{EADA3DF2-92A4-E49A-A3C6-603C8E370079}" dt="2024-03-04T17:43:08.608" v="57"/>
        <pc:sldMkLst>
          <pc:docMk/>
          <pc:sldMk cId="2901092249" sldId="376"/>
        </pc:sldMkLst>
      </pc:sldChg>
      <pc:sldChg chg="del">
        <pc:chgData name="MacDonald,John" userId="S::w0503761@campus.nscc.ca::f0bcbf9e-fdb1-4876-a053-4be512d539a8" providerId="AD" clId="Web-{EADA3DF2-92A4-E49A-A3C6-603C8E370079}" dt="2024-03-04T17:43:10.780" v="58"/>
        <pc:sldMkLst>
          <pc:docMk/>
          <pc:sldMk cId="458446861" sldId="656"/>
        </pc:sldMkLst>
      </pc:sldChg>
      <pc:sldChg chg="modSp new">
        <pc:chgData name="MacDonald,John" userId="S::w0503761@campus.nscc.ca::f0bcbf9e-fdb1-4876-a053-4be512d539a8" providerId="AD" clId="Web-{EADA3DF2-92A4-E49A-A3C6-603C8E370079}" dt="2024-03-04T17:42:59.499" v="55" actId="20577"/>
        <pc:sldMkLst>
          <pc:docMk/>
          <pc:sldMk cId="3110811290" sldId="657"/>
        </pc:sldMkLst>
        <pc:spChg chg="mod">
          <ac:chgData name="MacDonald,John" userId="S::w0503761@campus.nscc.ca::f0bcbf9e-fdb1-4876-a053-4be512d539a8" providerId="AD" clId="Web-{EADA3DF2-92A4-E49A-A3C6-603C8E370079}" dt="2024-03-04T17:42:59.499" v="55" actId="20577"/>
          <ac:spMkLst>
            <pc:docMk/>
            <pc:sldMk cId="3110811290" sldId="657"/>
            <ac:spMk id="2" creationId="{7CD45096-1B77-7FF2-D77D-945E4FDB5F88}"/>
          </ac:spMkLst>
        </pc:spChg>
        <pc:spChg chg="mod">
          <ac:chgData name="MacDonald,John" userId="S::w0503761@campus.nscc.ca::f0bcbf9e-fdb1-4876-a053-4be512d539a8" providerId="AD" clId="Web-{EADA3DF2-92A4-E49A-A3C6-603C8E370079}" dt="2024-03-04T17:42:46.921" v="50" actId="20577"/>
          <ac:spMkLst>
            <pc:docMk/>
            <pc:sldMk cId="3110811290" sldId="657"/>
            <ac:spMk id="3" creationId="{DBE52D6F-F174-A850-84C2-A9D63C7899C4}"/>
          </ac:spMkLst>
        </pc:spChg>
      </pc:sldChg>
      <pc:sldChg chg="modSp new">
        <pc:chgData name="MacDonald,John" userId="S::w0503761@campus.nscc.ca::f0bcbf9e-fdb1-4876-a053-4be512d539a8" providerId="AD" clId="Web-{EADA3DF2-92A4-E49A-A3C6-603C8E370079}" dt="2024-03-04T17:45:15.594" v="83" actId="20577"/>
        <pc:sldMkLst>
          <pc:docMk/>
          <pc:sldMk cId="2633608771" sldId="658"/>
        </pc:sldMkLst>
        <pc:spChg chg="mod">
          <ac:chgData name="MacDonald,John" userId="S::w0503761@campus.nscc.ca::f0bcbf9e-fdb1-4876-a053-4be512d539a8" providerId="AD" clId="Web-{EADA3DF2-92A4-E49A-A3C6-603C8E370079}" dt="2024-03-04T17:44:14.281" v="67" actId="20577"/>
          <ac:spMkLst>
            <pc:docMk/>
            <pc:sldMk cId="2633608771" sldId="658"/>
            <ac:spMk id="2" creationId="{99503913-394B-3628-ABF1-987613034196}"/>
          </ac:spMkLst>
        </pc:spChg>
        <pc:spChg chg="mod">
          <ac:chgData name="MacDonald,John" userId="S::w0503761@campus.nscc.ca::f0bcbf9e-fdb1-4876-a053-4be512d539a8" providerId="AD" clId="Web-{EADA3DF2-92A4-E49A-A3C6-603C8E370079}" dt="2024-03-04T17:45:15.594" v="83" actId="20577"/>
          <ac:spMkLst>
            <pc:docMk/>
            <pc:sldMk cId="2633608771" sldId="658"/>
            <ac:spMk id="3" creationId="{9452BF87-37BC-02DC-0856-B4F13FE1E90E}"/>
          </ac:spMkLst>
        </pc:spChg>
      </pc:sldChg>
      <pc:sldChg chg="modSp new">
        <pc:chgData name="MacDonald,John" userId="S::w0503761@campus.nscc.ca::f0bcbf9e-fdb1-4876-a053-4be512d539a8" providerId="AD" clId="Web-{EADA3DF2-92A4-E49A-A3C6-603C8E370079}" dt="2024-03-04T17:48:54.394" v="97" actId="20577"/>
        <pc:sldMkLst>
          <pc:docMk/>
          <pc:sldMk cId="2823176338" sldId="659"/>
        </pc:sldMkLst>
        <pc:spChg chg="mod">
          <ac:chgData name="MacDonald,John" userId="S::w0503761@campus.nscc.ca::f0bcbf9e-fdb1-4876-a053-4be512d539a8" providerId="AD" clId="Web-{EADA3DF2-92A4-E49A-A3C6-603C8E370079}" dt="2024-03-04T17:45:51.329" v="90" actId="20577"/>
          <ac:spMkLst>
            <pc:docMk/>
            <pc:sldMk cId="2823176338" sldId="659"/>
            <ac:spMk id="2" creationId="{42E575CA-F06E-FEB2-5D2D-F7C1BCBD2FBA}"/>
          </ac:spMkLst>
        </pc:spChg>
        <pc:spChg chg="mod">
          <ac:chgData name="MacDonald,John" userId="S::w0503761@campus.nscc.ca::f0bcbf9e-fdb1-4876-a053-4be512d539a8" providerId="AD" clId="Web-{EADA3DF2-92A4-E49A-A3C6-603C8E370079}" dt="2024-03-04T17:48:54.394" v="97" actId="20577"/>
          <ac:spMkLst>
            <pc:docMk/>
            <pc:sldMk cId="2823176338" sldId="659"/>
            <ac:spMk id="3" creationId="{7C814F31-6596-CD5E-CE37-E0FAE588CD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9144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189" indent="0" algn="ctr">
              <a:buNone/>
              <a:defRPr sz="1600"/>
            </a:lvl2pPr>
            <a:lvl3pPr marL="914377" indent="0" algn="ctr">
              <a:buNone/>
              <a:defRPr sz="16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4B66C44D-40DB-4210-901C-F63E616FA585}" type="datetime1">
              <a:rPr lang="en-CA" smtClean="0"/>
              <a:t>2024-03-04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D74F7-2B21-461E-9F37-97A0FDA1F0B9}" type="slidenum">
              <a:rPr lang="en-CA" smtClean="0"/>
              <a:t>‹#›</a:t>
            </a:fld>
            <a:endParaRPr lang="en-CA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5417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C2657-973D-423B-83F5-F3F639C2CD61}" type="datetime1">
              <a:rPr lang="en-CA" smtClean="0"/>
              <a:t>2024-03-04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D74F7-2B21-461E-9F37-97A0FDA1F0B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50892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9144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1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9FA65-C424-4C2A-9730-4B6120B81225}" type="datetime1">
              <a:rPr lang="en-CA" smtClean="0"/>
              <a:t>2024-03-04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D74F7-2B21-461E-9F37-97A0FDA1F0B9}" type="slidenum">
              <a:rPr lang="en-CA" smtClean="0"/>
              <a:t>‹#›</a:t>
            </a:fld>
            <a:endParaRPr lang="en-CA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1424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3CE8-FA04-49F5-A96B-713299EE5FF7}" type="datetime1">
              <a:rPr lang="en-CA" smtClean="0"/>
              <a:t>2024-03-04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D74F7-2B21-461E-9F37-97A0FDA1F0B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06708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marL="0" lvl="0" indent="0" algn="l" defTabSz="914377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6F6CE-7D8C-459D-821B-07D059444546}" type="datetime1">
              <a:rPr lang="en-CA" smtClean="0"/>
              <a:t>2024-03-04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D74F7-2B21-461E-9F37-97A0FDA1F0B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01309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00502-930E-448A-9E94-0E5DFEA64FEC}" type="datetime1">
              <a:rPr lang="en-CA" smtClean="0"/>
              <a:t>2024-03-04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D74F7-2B21-461E-9F37-97A0FDA1F0B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40464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B5BC6-64D2-402A-9737-0267D0712980}" type="datetime1">
              <a:rPr lang="en-CA" smtClean="0"/>
              <a:t>2024-03-04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D74F7-2B21-461E-9F37-97A0FDA1F0B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88908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E4012-6D84-429C-AAA7-E2D23CE8AA8A}" type="datetime1">
              <a:rPr lang="en-CA" smtClean="0"/>
              <a:t>2024-03-04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D74F7-2B21-461E-9F37-97A0FDA1F0B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6936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703BB-6A9C-49FF-9ED8-1253B5915CE5}" type="datetime1">
              <a:rPr lang="en-CA" smtClean="0"/>
              <a:t>2024-03-04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D74F7-2B21-461E-9F37-97A0FDA1F0B9}" type="slidenum">
              <a:rPr lang="en-CA" smtClean="0"/>
              <a:t>‹#›</a:t>
            </a:fld>
            <a:endParaRPr lang="en-CA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1305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2EA10-A606-42A5-BEDC-297259BAF517}" type="datetime1">
              <a:rPr lang="en-CA" smtClean="0"/>
              <a:t>2024-03-04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D74F7-2B21-461E-9F37-97A0FDA1F0B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88471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A48CC-2EA2-4881-BB90-770FD5D2D279}" type="datetime1">
              <a:rPr lang="en-CA" smtClean="0"/>
              <a:t>2024-03-04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D74F7-2B21-461E-9F37-97A0FDA1F0B9}" type="slidenum">
              <a:rPr lang="en-CA" smtClean="0"/>
              <a:t>‹#›</a:t>
            </a:fld>
            <a:endParaRPr lang="en-CA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09716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6C44D-40DB-4210-901C-F63E616FA585}" type="datetime1">
              <a:rPr lang="en-CA" smtClean="0"/>
              <a:t>2024-03-04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D74F7-2B21-461E-9F37-97A0FDA1F0B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899659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C2657-973D-423B-83F5-F3F639C2CD61}" type="datetime1">
              <a:rPr lang="en-CA" smtClean="0"/>
              <a:t>2024-03-04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D74F7-2B21-461E-9F37-97A0FDA1F0B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369612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9FA65-C424-4C2A-9730-4B6120B81225}" type="datetime1">
              <a:rPr lang="en-CA" smtClean="0"/>
              <a:t>2024-03-04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D74F7-2B21-461E-9F37-97A0FDA1F0B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713589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3CE8-FA04-49F5-A96B-713299EE5FF7}" type="datetime1">
              <a:rPr lang="en-CA" smtClean="0"/>
              <a:t>2024-03-04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D74F7-2B21-461E-9F37-97A0FDA1F0B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088368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6F6CE-7D8C-459D-821B-07D059444546}" type="datetime1">
              <a:rPr lang="en-CA" smtClean="0"/>
              <a:t>2024-03-04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D74F7-2B21-461E-9F37-97A0FDA1F0B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519179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00502-930E-448A-9E94-0E5DFEA64FEC}" type="datetime1">
              <a:rPr lang="en-CA" smtClean="0"/>
              <a:t>2024-03-04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D74F7-2B21-461E-9F37-97A0FDA1F0B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792424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B5BC6-64D2-402A-9737-0267D0712980}" type="datetime1">
              <a:rPr lang="en-CA" smtClean="0"/>
              <a:t>2024-03-04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D74F7-2B21-461E-9F37-97A0FDA1F0B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458728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E4012-6D84-429C-AAA7-E2D23CE8AA8A}" type="datetime1">
              <a:rPr lang="en-CA" smtClean="0"/>
              <a:t>2024-03-04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D74F7-2B21-461E-9F37-97A0FDA1F0B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327562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703BB-6A9C-49FF-9ED8-1253B5915CE5}" type="datetime1">
              <a:rPr lang="en-CA" smtClean="0"/>
              <a:t>2024-03-04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D74F7-2B21-461E-9F37-97A0FDA1F0B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867258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2EA10-A606-42A5-BEDC-297259BAF517}" type="datetime1">
              <a:rPr lang="en-CA" smtClean="0"/>
              <a:t>2024-03-04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D74F7-2B21-461E-9F37-97A0FDA1F0B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635856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A48CC-2EA2-4881-BB90-770FD5D2D279}" type="datetime1">
              <a:rPr lang="en-CA" smtClean="0"/>
              <a:t>2024-03-04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D74F7-2B21-461E-9F37-97A0FDA1F0B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69598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BDEB5139-E591-481A-AAE2-720F60E8D326}" type="datetime1">
              <a:rPr lang="en-CA" smtClean="0"/>
              <a:t>2024-03-04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5D8D74F7-2B21-461E-9F37-97A0FDA1F0B9}" type="slidenum">
              <a:rPr lang="en-CA" smtClean="0"/>
              <a:t>‹#›</a:t>
            </a:fld>
            <a:endParaRPr lang="en-CA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3233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377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0000"/>
              <a:lumOff val="10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377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EB5139-E591-481A-AAE2-720F60E8D326}" type="datetime1">
              <a:rPr lang="en-CA" smtClean="0"/>
              <a:t>2024-03-04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8D74F7-2B21-461E-9F37-97A0FDA1F0B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01150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45096-1B77-7FF2-D77D-945E4FDB5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Log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52D6F-F174-A850-84C2-A9D63C7899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45720" tIns="45720" rIns="45720" bIns="45720" rtlCol="0" anchor="t">
            <a:normAutofit/>
          </a:bodyPr>
          <a:lstStyle/>
          <a:p>
            <a:pPr>
              <a:buFont typeface="Arial" panose="020B0602020104020603" pitchFamily="34" charset="0"/>
              <a:buChar char="•"/>
            </a:pPr>
            <a:r>
              <a:rPr lang="en-US" sz="2800" dirty="0"/>
              <a:t>Before the end of each week, take a moment and capture a few thoughts about the learning and insights from your classes and experiences at NSCC.</a:t>
            </a:r>
          </a:p>
          <a:p>
            <a:pPr>
              <a:buFont typeface="Arial" panose="020B0602020104020603" pitchFamily="34" charset="0"/>
              <a:buChar char="•"/>
            </a:pPr>
            <a:r>
              <a:rPr lang="en-US" sz="2800" dirty="0"/>
              <a:t>Two or three sentences per week. </a:t>
            </a:r>
          </a:p>
          <a:p>
            <a:pPr>
              <a:buFont typeface="Arial" panose="020B0602020104020603" pitchFamily="34" charset="0"/>
              <a:buChar char="•"/>
            </a:pPr>
            <a:r>
              <a:rPr lang="en-US" sz="2800" dirty="0"/>
              <a:t>End of term reflection questions.</a:t>
            </a:r>
          </a:p>
          <a:p>
            <a:pPr>
              <a:buFont typeface="Arial" panose="020B0602020104020603" pitchFamily="34" charset="0"/>
              <a:buChar char="•"/>
            </a:pPr>
            <a:r>
              <a:rPr lang="en-US" sz="2800" dirty="0"/>
              <a:t>End of term summary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BFECD3-83A0-5E20-F00B-4628185A1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D74F7-2B21-461E-9F37-97A0FDA1F0B9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10811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03913-394B-3628-ABF1-987613034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Log Reflections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2BF87-37BC-02DC-0856-B4F13FE1E9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45720" tIns="45720" rIns="4572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dirty="0"/>
              <a:t>Ask yourself the following questions:</a:t>
            </a:r>
          </a:p>
          <a:p>
            <a:pPr>
              <a:buFont typeface="Arial" panose="020B0602020104020603" pitchFamily="34" charset="0"/>
              <a:buChar char="•"/>
            </a:pPr>
            <a:r>
              <a:rPr lang="en-US" sz="2600" dirty="0"/>
              <a:t>Have I achieved anything? If so, what?</a:t>
            </a:r>
          </a:p>
          <a:p>
            <a:pPr>
              <a:buFont typeface="Arial" panose="020B0602020104020603" pitchFamily="34" charset="0"/>
              <a:buChar char="•"/>
            </a:pPr>
            <a:r>
              <a:rPr lang="en-US" sz="2600" dirty="0"/>
              <a:t>What progress have I made?</a:t>
            </a:r>
          </a:p>
          <a:p>
            <a:pPr>
              <a:buFont typeface="Arial" panose="020B0602020104020603" pitchFamily="34" charset="0"/>
              <a:buChar char="•"/>
            </a:pPr>
            <a:r>
              <a:rPr lang="en-US" sz="2600" dirty="0"/>
              <a:t>Have I put any theory into practice?</a:t>
            </a:r>
          </a:p>
          <a:p>
            <a:pPr>
              <a:buFont typeface="Arial" panose="020B0602020104020603" pitchFamily="34" charset="0"/>
              <a:buChar char="•"/>
            </a:pPr>
            <a:r>
              <a:rPr lang="en-US" sz="2600" dirty="0"/>
              <a:t>How does what I have been doing lead to me becoming better at a professional practice skill?</a:t>
            </a:r>
          </a:p>
          <a:p>
            <a:pPr>
              <a:buFont typeface="Arial" panose="020B0602020104020603" pitchFamily="34" charset="0"/>
              <a:buChar char="•"/>
            </a:pPr>
            <a:r>
              <a:rPr lang="en-US" sz="2600" dirty="0"/>
              <a:t>How can I use this to plan for my future as an IT professional?</a:t>
            </a:r>
          </a:p>
          <a:p>
            <a:pPr>
              <a:buFont typeface="Arial" panose="020B0602020104020603" pitchFamily="34" charset="0"/>
              <a:buChar char="•"/>
            </a:pPr>
            <a:r>
              <a:rPr lang="en-US" sz="2600" dirty="0"/>
              <a:t>How can I use this to plan new learning?</a:t>
            </a:r>
          </a:p>
          <a:p>
            <a:pPr>
              <a:buFont typeface="Arial" panose="020B0602020104020603" pitchFamily="34" charset="0"/>
              <a:buChar char="•"/>
            </a:pPr>
            <a:r>
              <a:rPr lang="en-US" sz="2600" dirty="0"/>
              <a:t>Experiences?</a:t>
            </a:r>
          </a:p>
          <a:p>
            <a:pPr>
              <a:buFont typeface="Arial" panose="020B0602020104020603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8A2244-1BC2-F9ED-E7DC-36B79763F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D74F7-2B21-461E-9F37-97A0FDA1F0B9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33608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575CA-F06E-FEB2-5D2D-F7C1BCBD2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Log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14F31-6596-CD5E-CE37-E0FAE588C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45720" tIns="45720" rIns="45720" bIns="45720" rtlCol="0" anchor="t">
            <a:normAutofit/>
          </a:bodyPr>
          <a:lstStyle/>
          <a:p>
            <a:pPr>
              <a:buFont typeface="Arial" panose="020B0602020104020603" pitchFamily="34" charset="0"/>
              <a:buChar char="•"/>
            </a:pPr>
            <a:r>
              <a:rPr lang="en-US" sz="4400" dirty="0"/>
              <a:t>a short summary that captures your experience and growth.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823C26-CC51-8C18-64EE-D7DB31E1E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D74F7-2B21-461E-9F37-97A0FDA1F0B9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231763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8000"/>
              </a:schemeClr>
              <a:schemeClr val="phClr">
                <a:shade val="89000"/>
                <a:satMod val="145000"/>
              </a:schemeClr>
            </a:duotone>
          </a:blip>
          <a:tile tx="0" ty="0" sx="32000" sy="32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</a:schemeClr>
              <a:schemeClr val="phClr">
                <a:shade val="95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090DCB5F-146D-478A-852A-34B16FE9F3A8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141</Words>
  <Application>Microsoft Office PowerPoint</Application>
  <PresentationFormat>On-screen Show (4:3)</PresentationFormat>
  <Paragraphs>19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Arial</vt:lpstr>
      <vt:lpstr>Calibri</vt:lpstr>
      <vt:lpstr>Calibri Light</vt:lpstr>
      <vt:lpstr>Tw Cen MT</vt:lpstr>
      <vt:lpstr>Tw Cen MT Condensed</vt:lpstr>
      <vt:lpstr>Wingdings 3</vt:lpstr>
      <vt:lpstr>Integral</vt:lpstr>
      <vt:lpstr>Office Theme</vt:lpstr>
      <vt:lpstr>Learning Log</vt:lpstr>
      <vt:lpstr>Learning Log Reflections</vt:lpstr>
      <vt:lpstr>Learning Log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MacDonald,John</dc:creator>
  <cp:lastModifiedBy>MacDonald,John</cp:lastModifiedBy>
  <cp:revision>52</cp:revision>
  <dcterms:created xsi:type="dcterms:W3CDTF">2024-03-01T14:09:11Z</dcterms:created>
  <dcterms:modified xsi:type="dcterms:W3CDTF">2024-03-04T17:59:33Z</dcterms:modified>
</cp:coreProperties>
</file>